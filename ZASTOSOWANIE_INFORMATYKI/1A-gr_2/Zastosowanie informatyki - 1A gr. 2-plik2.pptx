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5143500" cx="9144000"/>
  <p:notesSz cx="6858000" cy="9144000"/>
  <p:embeddedFontLst>
    <p:embeddedFont>
      <p:font typeface="Raleway"/>
      <p:regular r:id="rId39"/>
      <p:bold r:id="rId40"/>
      <p:italic r:id="rId41"/>
      <p:boldItalic r:id="rId42"/>
    </p:embeddedFont>
    <p:embeddedFont>
      <p:font typeface="Lato"/>
      <p:regular r:id="rId43"/>
      <p:bold r:id="rId44"/>
      <p:italic r:id="rId45"/>
      <p:boldItalic r:id="rId46"/>
    </p:embeddedFont>
    <p:embeddedFont>
      <p:font typeface="Tahoma"/>
      <p:regular r:id="rId47"/>
      <p:bold r:id="rId48"/>
    </p:embeddedFont>
    <p:embeddedFont>
      <p:font typeface="Roboto Mono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9B2832-59FD-4D21-8942-453E2F580EFB}">
  <a:tblStyle styleId="{959B2832-59FD-4D21-8942-453E2F580E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aleway-bold.fntdata"/><Relationship Id="rId42" Type="http://schemas.openxmlformats.org/officeDocument/2006/relationships/font" Target="fonts/Raleway-boldItalic.fntdata"/><Relationship Id="rId41" Type="http://schemas.openxmlformats.org/officeDocument/2006/relationships/font" Target="fonts/Raleway-italic.fntdata"/><Relationship Id="rId44" Type="http://schemas.openxmlformats.org/officeDocument/2006/relationships/font" Target="fonts/Lato-bold.fntdata"/><Relationship Id="rId43" Type="http://schemas.openxmlformats.org/officeDocument/2006/relationships/font" Target="fonts/Lato-regular.fntdata"/><Relationship Id="rId46" Type="http://schemas.openxmlformats.org/officeDocument/2006/relationships/font" Target="fonts/Lato-boldItalic.fntdata"/><Relationship Id="rId45" Type="http://schemas.openxmlformats.org/officeDocument/2006/relationships/font" Target="fonts/La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Tahoma-bold.fntdata"/><Relationship Id="rId47" Type="http://schemas.openxmlformats.org/officeDocument/2006/relationships/font" Target="fonts/Tahoma-regular.fntdata"/><Relationship Id="rId49" Type="http://schemas.openxmlformats.org/officeDocument/2006/relationships/font" Target="fonts/RobotoMon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font" Target="fonts/Raleway-regular.fntdata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RobotoMono-italic.fntdata"/><Relationship Id="rId50" Type="http://schemas.openxmlformats.org/officeDocument/2006/relationships/font" Target="fonts/RobotoMono-bold.fntdata"/><Relationship Id="rId52" Type="http://schemas.openxmlformats.org/officeDocument/2006/relationships/font" Target="fonts/RobotoMono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13cfc4c8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13cfc4c8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35a0ca6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35a0ca6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35a0ca6c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35a0ca6c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35a0ca6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35a0ca6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35a0ca6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35a0ca6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4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to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system kontroli wersji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(ang.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Version Control System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), używany do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śledzenia zmian w plikach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głównie w projektach programistycznych. Dzięki niemu możesz współpracować z innymi, wracać do wcześniejszych wersji plików i zarządzać historią projektu.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Śledzenie zmian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zapisuje historię zmian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zobaczyć, kto i kiedy zmienił dany fragment kodu.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Gałęzie (</a:t>
            </a:r>
            <a:r>
              <a:rPr b="1" i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branches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Pozwalają na tworzenie równoległych wersji projektu.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testować nowe funkcje bez psucia głównej wersji (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main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master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Scalanie zmian (</a:t>
            </a:r>
            <a:r>
              <a:rPr b="1" i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Gałęzie można łączyć.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automatycznie łączy zmiany w jednym projekcie.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Rozproszony system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 użytkownik ma pełną kopię repozytorium.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pracować lokalnie bez połączenia z internetem.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Współpraca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ułatwia pracę zespołową.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Popularne platformy: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GitHub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GitLab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Bitbucket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init </a:t>
            </a:r>
            <a:r>
              <a:rPr lang="pl">
                <a:solidFill>
                  <a:srgbClr val="000000"/>
                </a:solidFill>
              </a:rPr>
              <a:t>				- Tworzy nowe repozytorium w folderze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clone &lt;url&gt;</a:t>
            </a:r>
            <a:r>
              <a:rPr lang="pl">
                <a:solidFill>
                  <a:srgbClr val="000000"/>
                </a:solidFill>
              </a:rPr>
              <a:t> 			- Pobiera repozytorium z internetu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add &lt;plik&gt; </a:t>
            </a:r>
            <a:r>
              <a:rPr lang="pl">
                <a:solidFill>
                  <a:srgbClr val="000000"/>
                </a:solidFill>
              </a:rPr>
              <a:t>			</a:t>
            </a:r>
            <a:r>
              <a:rPr lang="pl">
                <a:solidFill>
                  <a:srgbClr val="000000"/>
                </a:solidFill>
              </a:rPr>
              <a:t>-</a:t>
            </a:r>
            <a:r>
              <a:rPr lang="pl">
                <a:solidFill>
                  <a:srgbClr val="000000"/>
                </a:solidFill>
              </a:rPr>
              <a:t> Dodaje plik do "staging area" (przygotowanie do commit)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commit -m "komentarz" </a:t>
            </a:r>
            <a:r>
              <a:rPr lang="pl">
                <a:solidFill>
                  <a:srgbClr val="000000"/>
                </a:solidFill>
              </a:rPr>
              <a:t>	- Zapisuje zmiany z opisem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status </a:t>
            </a:r>
            <a:r>
              <a:rPr lang="pl">
                <a:solidFill>
                  <a:srgbClr val="000000"/>
                </a:solidFill>
              </a:rPr>
              <a:t>				- Pokazuje stan repozytorium i zmienione pliki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Wysyła zmiany do zdalnego repozytorium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Pobiera zmiany z repozytorium zdalnego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branch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	- Wyświetla dostępne gałęzie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&lt;branch&gt;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- Przełącza się na inną gałąź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274" name="Google Shape;274;p44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{959B2832-59FD-4D21-8942-453E2F580EFB}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{959B2832-59FD-4D21-8942-453E2F580EFB}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{959B2832-59FD-4D21-8942-453E2F580EFB}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4"/>
          <p:cNvGraphicFramePr/>
          <p:nvPr/>
        </p:nvGraphicFramePr>
        <p:xfrm>
          <a:off x="457200" y="457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{959B2832-59FD-4D21-8942-453E2F580EFB}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